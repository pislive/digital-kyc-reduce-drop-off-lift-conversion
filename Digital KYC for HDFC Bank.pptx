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9" r:id="rId3"/>
    <p:sldId id="257" r:id="rId4"/>
    <p:sldId id="266" r:id="rId5"/>
    <p:sldId id="258" r:id="rId6"/>
    <p:sldId id="260" r:id="rId7"/>
    <p:sldId id="261" r:id="rId8"/>
    <p:sldId id="262" r:id="rId9"/>
    <p:sldId id="265" r:id="rId10"/>
    <p:sldId id="268" r:id="rId11"/>
    <p:sldId id="270" r:id="rId12"/>
    <p:sldId id="269" r:id="rId13"/>
    <p:sldId id="271" r:id="rId14"/>
    <p:sldId id="272" r:id="rId15"/>
    <p:sldId id="274" r:id="rId16"/>
    <p:sldId id="273" r:id="rId17"/>
    <p:sldId id="264" r:id="rId18"/>
    <p:sldId id="263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SLIVE ......." userId="631da75d9a1317c3" providerId="LiveId" clId="{D4C4C09C-1926-4D6D-A2BA-4321D9075721}"/>
    <pc:docChg chg="undo custSel addSld delSld modSld sldOrd modMainMaster">
      <pc:chgData name="PISLIVE ......." userId="631da75d9a1317c3" providerId="LiveId" clId="{D4C4C09C-1926-4D6D-A2BA-4321D9075721}" dt="2025-11-30T11:56:48.076" v="859" actId="1076"/>
      <pc:docMkLst>
        <pc:docMk/>
      </pc:docMkLst>
      <pc:sldChg chg="addSp delSp modSp mod setBg modClrScheme modShow chgLayout">
        <pc:chgData name="PISLIVE ......." userId="631da75d9a1317c3" providerId="LiveId" clId="{D4C4C09C-1926-4D6D-A2BA-4321D9075721}" dt="2025-11-27T05:24:08.336" v="760" actId="1076"/>
        <pc:sldMkLst>
          <pc:docMk/>
          <pc:sldMk cId="759613814" sldId="256"/>
        </pc:sldMkLst>
        <pc:spChg chg="del">
          <ac:chgData name="PISLIVE ......." userId="631da75d9a1317c3" providerId="LiveId" clId="{D4C4C09C-1926-4D6D-A2BA-4321D9075721}" dt="2025-11-27T04:58:32.990" v="139" actId="478"/>
          <ac:spMkLst>
            <pc:docMk/>
            <pc:sldMk cId="759613814" sldId="256"/>
            <ac:spMk id="2" creationId="{DA537863-5C31-4C13-A1D8-C7EE10FF284C}"/>
          </ac:spMkLst>
        </pc:spChg>
        <pc:spChg chg="del mod">
          <ac:chgData name="PISLIVE ......." userId="631da75d9a1317c3" providerId="LiveId" clId="{D4C4C09C-1926-4D6D-A2BA-4321D9075721}" dt="2025-11-27T04:59:38.265" v="238" actId="478"/>
          <ac:spMkLst>
            <pc:docMk/>
            <pc:sldMk cId="759613814" sldId="256"/>
            <ac:spMk id="3" creationId="{5C718BAA-7B31-481D-82AC-6DEDAD24EC98}"/>
          </ac:spMkLst>
        </pc:spChg>
        <pc:spChg chg="add del mod">
          <ac:chgData name="PISLIVE ......." userId="631da75d9a1317c3" providerId="LiveId" clId="{D4C4C09C-1926-4D6D-A2BA-4321D9075721}" dt="2025-11-27T04:59:39.382" v="239" actId="478"/>
          <ac:spMkLst>
            <pc:docMk/>
            <pc:sldMk cId="759613814" sldId="256"/>
            <ac:spMk id="5" creationId="{06B14E4C-669B-4BD1-9203-CEE9CACA3036}"/>
          </ac:spMkLst>
        </pc:spChg>
        <pc:spChg chg="add del mod ord">
          <ac:chgData name="PISLIVE ......." userId="631da75d9a1317c3" providerId="LiveId" clId="{D4C4C09C-1926-4D6D-A2BA-4321D9075721}" dt="2025-11-27T05:10:01.795" v="573" actId="12084"/>
          <ac:spMkLst>
            <pc:docMk/>
            <pc:sldMk cId="759613814" sldId="256"/>
            <ac:spMk id="9" creationId="{23E7EE45-140C-4165-A33D-BB7BFE7222D7}"/>
          </ac:spMkLst>
        </pc:spChg>
        <pc:spChg chg="add mod">
          <ac:chgData name="PISLIVE ......." userId="631da75d9a1317c3" providerId="LiveId" clId="{D4C4C09C-1926-4D6D-A2BA-4321D9075721}" dt="2025-11-27T05:24:08.336" v="760" actId="1076"/>
          <ac:spMkLst>
            <pc:docMk/>
            <pc:sldMk cId="759613814" sldId="256"/>
            <ac:spMk id="11" creationId="{230E1EBE-F859-4502-B045-8973DAB48B7B}"/>
          </ac:spMkLst>
        </pc:spChg>
        <pc:spChg chg="add mod">
          <ac:chgData name="PISLIVE ......." userId="631da75d9a1317c3" providerId="LiveId" clId="{D4C4C09C-1926-4D6D-A2BA-4321D9075721}" dt="2025-11-27T05:11:07.326" v="609" actId="1035"/>
          <ac:spMkLst>
            <pc:docMk/>
            <pc:sldMk cId="759613814" sldId="256"/>
            <ac:spMk id="13" creationId="{BE93AF8F-CC4A-43DD-B893-270796862FBD}"/>
          </ac:spMkLst>
        </pc:spChg>
        <pc:grpChg chg="add mod">
          <ac:chgData name="PISLIVE ......." userId="631da75d9a1317c3" providerId="LiveId" clId="{D4C4C09C-1926-4D6D-A2BA-4321D9075721}" dt="2025-11-27T05:11:18.393" v="627" actId="1038"/>
          <ac:grpSpMkLst>
            <pc:docMk/>
            <pc:sldMk cId="759613814" sldId="256"/>
            <ac:grpSpMk id="6" creationId="{3D397670-6738-4F9C-A66A-FACC402C4C0E}"/>
          </ac:grpSpMkLst>
        </pc:grpChg>
        <pc:grpChg chg="add mod">
          <ac:chgData name="PISLIVE ......." userId="631da75d9a1317c3" providerId="LiveId" clId="{D4C4C09C-1926-4D6D-A2BA-4321D9075721}" dt="2025-11-27T05:06:43.443" v="507" actId="1036"/>
          <ac:grpSpMkLst>
            <pc:docMk/>
            <pc:sldMk cId="759613814" sldId="256"/>
            <ac:grpSpMk id="8" creationId="{94D7E4D5-E5E3-42A1-A463-EA05AEA762EA}"/>
          </ac:grpSpMkLst>
        </pc:grpChg>
        <pc:graphicFrameChg chg="add mod">
          <ac:chgData name="PISLIVE ......." userId="631da75d9a1317c3" providerId="LiveId" clId="{D4C4C09C-1926-4D6D-A2BA-4321D9075721}" dt="2025-11-27T05:10:42.472" v="581" actId="2711"/>
          <ac:graphicFrameMkLst>
            <pc:docMk/>
            <pc:sldMk cId="759613814" sldId="256"/>
            <ac:graphicFrameMk id="10" creationId="{DFA9585C-0049-4F65-AA37-3A4FF4FD4E5E}"/>
          </ac:graphicFrameMkLst>
        </pc:graphicFrameChg>
        <pc:picChg chg="add mod">
          <ac:chgData name="PISLIVE ......." userId="631da75d9a1317c3" providerId="LiveId" clId="{D4C4C09C-1926-4D6D-A2BA-4321D9075721}" dt="2025-11-27T05:11:18.393" v="627" actId="1038"/>
          <ac:picMkLst>
            <pc:docMk/>
            <pc:sldMk cId="759613814" sldId="256"/>
            <ac:picMk id="2050" creationId="{43ADC96A-17F7-496E-9F9F-8FBE3B6AA8D5}"/>
          </ac:picMkLst>
        </pc:picChg>
        <pc:picChg chg="add del mod">
          <ac:chgData name="PISLIVE ......." userId="631da75d9a1317c3" providerId="LiveId" clId="{D4C4C09C-1926-4D6D-A2BA-4321D9075721}" dt="2025-11-27T05:00:28.409" v="255"/>
          <ac:picMkLst>
            <pc:docMk/>
            <pc:sldMk cId="759613814" sldId="256"/>
            <ac:picMk id="2052" creationId="{0EE7BEE1-F61E-452D-A340-775FBEC3A16D}"/>
          </ac:picMkLst>
        </pc:picChg>
        <pc:picChg chg="add mod">
          <ac:chgData name="PISLIVE ......." userId="631da75d9a1317c3" providerId="LiveId" clId="{D4C4C09C-1926-4D6D-A2BA-4321D9075721}" dt="2025-11-27T05:11:18.393" v="627" actId="1038"/>
          <ac:picMkLst>
            <pc:docMk/>
            <pc:sldMk cId="759613814" sldId="256"/>
            <ac:picMk id="2054" creationId="{11C335CC-222C-4A41-91EC-EAC2AC23F1EC}"/>
          </ac:picMkLst>
        </pc:picChg>
        <pc:picChg chg="add del mod">
          <ac:chgData name="PISLIVE ......." userId="631da75d9a1317c3" providerId="LiveId" clId="{D4C4C09C-1926-4D6D-A2BA-4321D9075721}" dt="2025-11-27T05:01:46.798" v="318"/>
          <ac:picMkLst>
            <pc:docMk/>
            <pc:sldMk cId="759613814" sldId="256"/>
            <ac:picMk id="2056" creationId="{11188FCD-EE3D-4620-A1F2-4E4C5A42B449}"/>
          </ac:picMkLst>
        </pc:picChg>
        <pc:picChg chg="add mod">
          <ac:chgData name="PISLIVE ......." userId="631da75d9a1317c3" providerId="LiveId" clId="{D4C4C09C-1926-4D6D-A2BA-4321D9075721}" dt="2025-11-27T05:10:47.449" v="583" actId="14100"/>
          <ac:picMkLst>
            <pc:docMk/>
            <pc:sldMk cId="759613814" sldId="256"/>
            <ac:picMk id="2058" creationId="{6A8DE9E8-53DF-4773-9FE2-28E5B0953F1A}"/>
          </ac:picMkLst>
        </pc:picChg>
        <pc:picChg chg="add mod">
          <ac:chgData name="PISLIVE ......." userId="631da75d9a1317c3" providerId="LiveId" clId="{D4C4C09C-1926-4D6D-A2BA-4321D9075721}" dt="2025-11-27T05:06:40.825" v="504" actId="1035"/>
          <ac:picMkLst>
            <pc:docMk/>
            <pc:sldMk cId="759613814" sldId="256"/>
            <ac:picMk id="2060" creationId="{ACD1A9B6-B0AE-42B7-8624-438E7A21EE32}"/>
          </ac:picMkLst>
        </pc:picChg>
        <pc:picChg chg="add mod">
          <ac:chgData name="PISLIVE ......." userId="631da75d9a1317c3" providerId="LiveId" clId="{D4C4C09C-1926-4D6D-A2BA-4321D9075721}" dt="2025-11-27T05:06:43.443" v="507" actId="1036"/>
          <ac:picMkLst>
            <pc:docMk/>
            <pc:sldMk cId="759613814" sldId="256"/>
            <ac:picMk id="2062" creationId="{1277F7B6-BA9B-4B30-BDBD-733B171EFCCC}"/>
          </ac:picMkLst>
        </pc:picChg>
        <pc:picChg chg="add mod">
          <ac:chgData name="PISLIVE ......." userId="631da75d9a1317c3" providerId="LiveId" clId="{D4C4C09C-1926-4D6D-A2BA-4321D9075721}" dt="2025-11-27T05:06:43.443" v="507" actId="1036"/>
          <ac:picMkLst>
            <pc:docMk/>
            <pc:sldMk cId="759613814" sldId="256"/>
            <ac:picMk id="2064" creationId="{6C48DA09-F31C-4447-BF98-938E9C358677}"/>
          </ac:picMkLst>
        </pc:picChg>
      </pc:sldChg>
      <pc:sldChg chg="modSp">
        <pc:chgData name="PISLIVE ......." userId="631da75d9a1317c3" providerId="LiveId" clId="{D4C4C09C-1926-4D6D-A2BA-4321D9075721}" dt="2025-11-27T04:58:54.238" v="140"/>
        <pc:sldMkLst>
          <pc:docMk/>
          <pc:sldMk cId="3310344857" sldId="258"/>
        </pc:sldMkLst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3310344857" sldId="258"/>
            <ac:spMk id="2" creationId="{64FDF850-9C49-40F7-9DF9-23D6C65FBC4A}"/>
          </ac:spMkLst>
        </pc:spChg>
      </pc:sldChg>
      <pc:sldChg chg="modSp mod ord setBg">
        <pc:chgData name="PISLIVE ......." userId="631da75d9a1317c3" providerId="LiveId" clId="{D4C4C09C-1926-4D6D-A2BA-4321D9075721}" dt="2025-11-27T06:36:45.429" v="773" actId="255"/>
        <pc:sldMkLst>
          <pc:docMk/>
          <pc:sldMk cId="2313525258" sldId="259"/>
        </pc:sldMkLst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2313525258" sldId="259"/>
            <ac:spMk id="2" creationId="{2D1F5186-3608-4DF0-BCB0-DA04E9CA5FB2}"/>
          </ac:spMkLst>
        </pc:spChg>
        <pc:spChg chg="mod">
          <ac:chgData name="PISLIVE ......." userId="631da75d9a1317c3" providerId="LiveId" clId="{D4C4C09C-1926-4D6D-A2BA-4321D9075721}" dt="2025-11-27T06:36:45.429" v="773" actId="255"/>
          <ac:spMkLst>
            <pc:docMk/>
            <pc:sldMk cId="2313525258" sldId="259"/>
            <ac:spMk id="3" creationId="{983C182F-18A0-42C5-B791-8EA64BE4E392}"/>
          </ac:spMkLst>
        </pc:spChg>
      </pc:sldChg>
      <pc:sldChg chg="modSp mod">
        <pc:chgData name="PISLIVE ......." userId="631da75d9a1317c3" providerId="LiveId" clId="{D4C4C09C-1926-4D6D-A2BA-4321D9075721}" dt="2025-11-27T04:58:54.238" v="140"/>
        <pc:sldMkLst>
          <pc:docMk/>
          <pc:sldMk cId="635508071" sldId="260"/>
        </pc:sldMkLst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635508071" sldId="260"/>
            <ac:spMk id="2" creationId="{931E75EF-E1F6-4870-8F0E-7B5CB8AD6FEC}"/>
          </ac:spMkLst>
        </pc:spChg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635508071" sldId="260"/>
            <ac:spMk id="3" creationId="{176B3562-BE3A-4AC0-9C9F-D68FCB79A0C9}"/>
          </ac:spMkLst>
        </pc:spChg>
      </pc:sldChg>
      <pc:sldChg chg="modSp mod setBg">
        <pc:chgData name="PISLIVE ......." userId="631da75d9a1317c3" providerId="LiveId" clId="{D4C4C09C-1926-4D6D-A2BA-4321D9075721}" dt="2025-11-27T04:58:54.238" v="140"/>
        <pc:sldMkLst>
          <pc:docMk/>
          <pc:sldMk cId="2044035417" sldId="261"/>
        </pc:sldMkLst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2044035417" sldId="261"/>
            <ac:spMk id="2" creationId="{18FAF69F-FC2E-4D9C-B55B-789AEF50DE22}"/>
          </ac:spMkLst>
        </pc:spChg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2044035417" sldId="261"/>
            <ac:spMk id="3" creationId="{2CC5EE85-7598-4730-8B4E-CC23C6FEA086}"/>
          </ac:spMkLst>
        </pc:spChg>
      </pc:sldChg>
      <pc:sldChg chg="modSp mod">
        <pc:chgData name="PISLIVE ......." userId="631da75d9a1317c3" providerId="LiveId" clId="{D4C4C09C-1926-4D6D-A2BA-4321D9075721}" dt="2025-11-27T04:58:54.238" v="140"/>
        <pc:sldMkLst>
          <pc:docMk/>
          <pc:sldMk cId="2939423542" sldId="262"/>
        </pc:sldMkLst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2939423542" sldId="262"/>
            <ac:spMk id="2" creationId="{0CBFE68B-227A-4F8B-B02A-1F05392FAE45}"/>
          </ac:spMkLst>
        </pc:spChg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2939423542" sldId="262"/>
            <ac:spMk id="3" creationId="{09118F97-15FE-4790-9A60-CBE1EEAF8FD8}"/>
          </ac:spMkLst>
        </pc:spChg>
      </pc:sldChg>
      <pc:sldChg chg="addSp delSp modSp mod">
        <pc:chgData name="PISLIVE ......." userId="631da75d9a1317c3" providerId="LiveId" clId="{D4C4C09C-1926-4D6D-A2BA-4321D9075721}" dt="2025-11-27T04:58:54.238" v="140"/>
        <pc:sldMkLst>
          <pc:docMk/>
          <pc:sldMk cId="114296577" sldId="263"/>
        </pc:sldMkLst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114296577" sldId="263"/>
            <ac:spMk id="2" creationId="{D460B04D-1EC9-44B9-9923-9EEC457E8FB8}"/>
          </ac:spMkLst>
        </pc:spChg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114296577" sldId="263"/>
            <ac:spMk id="3" creationId="{C453A028-7835-48EF-AD53-5D2A6CC4E915}"/>
          </ac:spMkLst>
        </pc:spChg>
        <pc:spChg chg="add del">
          <ac:chgData name="PISLIVE ......." userId="631da75d9a1317c3" providerId="LiveId" clId="{D4C4C09C-1926-4D6D-A2BA-4321D9075721}" dt="2025-11-27T04:42:13.538" v="53"/>
          <ac:spMkLst>
            <pc:docMk/>
            <pc:sldMk cId="114296577" sldId="263"/>
            <ac:spMk id="4" creationId="{AD462813-EF1B-4953-BD04-3B515C671AED}"/>
          </ac:spMkLst>
        </pc:spChg>
        <pc:spChg chg="add del">
          <ac:chgData name="PISLIVE ......." userId="631da75d9a1317c3" providerId="LiveId" clId="{D4C4C09C-1926-4D6D-A2BA-4321D9075721}" dt="2025-11-27T04:42:13.538" v="53"/>
          <ac:spMkLst>
            <pc:docMk/>
            <pc:sldMk cId="114296577" sldId="263"/>
            <ac:spMk id="5" creationId="{708800D3-BF01-4488-9725-221135BA31AD}"/>
          </ac:spMkLst>
        </pc:spChg>
        <pc:spChg chg="add del">
          <ac:chgData name="PISLIVE ......." userId="631da75d9a1317c3" providerId="LiveId" clId="{D4C4C09C-1926-4D6D-A2BA-4321D9075721}" dt="2025-11-27T04:42:27.582" v="59"/>
          <ac:spMkLst>
            <pc:docMk/>
            <pc:sldMk cId="114296577" sldId="263"/>
            <ac:spMk id="6" creationId="{8783E1FC-876C-4EF1-92B2-D9BE52E06D11}"/>
          </ac:spMkLst>
        </pc:spChg>
        <pc:spChg chg="add del mod">
          <ac:chgData name="PISLIVE ......." userId="631da75d9a1317c3" providerId="LiveId" clId="{D4C4C09C-1926-4D6D-A2BA-4321D9075721}" dt="2025-11-27T04:42:27.582" v="59"/>
          <ac:spMkLst>
            <pc:docMk/>
            <pc:sldMk cId="114296577" sldId="263"/>
            <ac:spMk id="7" creationId="{54CF1E59-91AC-4BFF-8292-B5142B96AD13}"/>
          </ac:spMkLst>
        </pc:spChg>
      </pc:sldChg>
      <pc:sldChg chg="modSp mod ord">
        <pc:chgData name="PISLIVE ......." userId="631da75d9a1317c3" providerId="LiveId" clId="{D4C4C09C-1926-4D6D-A2BA-4321D9075721}" dt="2025-11-27T04:58:54.238" v="140"/>
        <pc:sldMkLst>
          <pc:docMk/>
          <pc:sldMk cId="417559266" sldId="264"/>
        </pc:sldMkLst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417559266" sldId="264"/>
            <ac:spMk id="2" creationId="{F8793FCD-5775-41B8-AB12-ECAEECA942D1}"/>
          </ac:spMkLst>
        </pc:spChg>
        <pc:spChg chg="mod">
          <ac:chgData name="PISLIVE ......." userId="631da75d9a1317c3" providerId="LiveId" clId="{D4C4C09C-1926-4D6D-A2BA-4321D9075721}" dt="2025-11-27T04:44:06.480" v="84" actId="27636"/>
          <ac:spMkLst>
            <pc:docMk/>
            <pc:sldMk cId="417559266" sldId="264"/>
            <ac:spMk id="3" creationId="{94985556-8F28-4134-BB7C-CA0D9D53C4EB}"/>
          </ac:spMkLst>
        </pc:spChg>
      </pc:sldChg>
      <pc:sldChg chg="addSp delSp modSp mod ord modClrScheme chgLayout">
        <pc:chgData name="PISLIVE ......." userId="631da75d9a1317c3" providerId="LiveId" clId="{D4C4C09C-1926-4D6D-A2BA-4321D9075721}" dt="2025-11-30T11:56:48.076" v="859" actId="1076"/>
        <pc:sldMkLst>
          <pc:docMk/>
          <pc:sldMk cId="3045713783" sldId="265"/>
        </pc:sldMkLst>
        <pc:spChg chg="mod ord">
          <ac:chgData name="PISLIVE ......." userId="631da75d9a1317c3" providerId="LiveId" clId="{D4C4C09C-1926-4D6D-A2BA-4321D9075721}" dt="2025-11-30T11:56:43.722" v="858" actId="700"/>
          <ac:spMkLst>
            <pc:docMk/>
            <pc:sldMk cId="3045713783" sldId="265"/>
            <ac:spMk id="2" creationId="{C0CD3946-673A-4017-8CC2-ECE9278A3479}"/>
          </ac:spMkLst>
        </pc:spChg>
        <pc:spChg chg="del mod">
          <ac:chgData name="PISLIVE ......." userId="631da75d9a1317c3" providerId="LiveId" clId="{D4C4C09C-1926-4D6D-A2BA-4321D9075721}" dt="2025-11-30T11:42:50.053" v="784"/>
          <ac:spMkLst>
            <pc:docMk/>
            <pc:sldMk cId="3045713783" sldId="265"/>
            <ac:spMk id="3" creationId="{93E20FF3-A022-47AC-9D4D-D2BA644F82A7}"/>
          </ac:spMkLst>
        </pc:spChg>
        <pc:picChg chg="add mod ord">
          <ac:chgData name="PISLIVE ......." userId="631da75d9a1317c3" providerId="LiveId" clId="{D4C4C09C-1926-4D6D-A2BA-4321D9075721}" dt="2025-11-30T11:56:48.076" v="859" actId="1076"/>
          <ac:picMkLst>
            <pc:docMk/>
            <pc:sldMk cId="3045713783" sldId="265"/>
            <ac:picMk id="4" creationId="{F27FF486-FAF7-4628-8B84-283C77C78304}"/>
          </ac:picMkLst>
        </pc:picChg>
      </pc:sldChg>
      <pc:sldChg chg="modSp mod">
        <pc:chgData name="PISLIVE ......." userId="631da75d9a1317c3" providerId="LiveId" clId="{D4C4C09C-1926-4D6D-A2BA-4321D9075721}" dt="2025-11-30T04:20:34.975" v="782" actId="20577"/>
        <pc:sldMkLst>
          <pc:docMk/>
          <pc:sldMk cId="1888574408" sldId="266"/>
        </pc:sldMkLst>
        <pc:spChg chg="mod">
          <ac:chgData name="PISLIVE ......." userId="631da75d9a1317c3" providerId="LiveId" clId="{D4C4C09C-1926-4D6D-A2BA-4321D9075721}" dt="2025-11-27T04:58:54.238" v="140"/>
          <ac:spMkLst>
            <pc:docMk/>
            <pc:sldMk cId="1888574408" sldId="266"/>
            <ac:spMk id="2" creationId="{46DCF542-A9B1-4967-A1E2-473F41A09D35}"/>
          </ac:spMkLst>
        </pc:spChg>
        <pc:spChg chg="mod">
          <ac:chgData name="PISLIVE ......." userId="631da75d9a1317c3" providerId="LiveId" clId="{D4C4C09C-1926-4D6D-A2BA-4321D9075721}" dt="2025-11-30T04:20:34.975" v="782" actId="20577"/>
          <ac:spMkLst>
            <pc:docMk/>
            <pc:sldMk cId="1888574408" sldId="266"/>
            <ac:spMk id="4" creationId="{4AB41CED-1715-4D00-B6C7-10404ED4BC8C}"/>
          </ac:spMkLst>
        </pc:spChg>
      </pc:sldChg>
      <pc:sldChg chg="delSp modSp new mod">
        <pc:chgData name="PISLIVE ......." userId="631da75d9a1317c3" providerId="LiveId" clId="{D4C4C09C-1926-4D6D-A2BA-4321D9075721}" dt="2025-11-27T04:49:03.299" v="136" actId="403"/>
        <pc:sldMkLst>
          <pc:docMk/>
          <pc:sldMk cId="3179205303" sldId="267"/>
        </pc:sldMkLst>
        <pc:spChg chg="mod">
          <ac:chgData name="PISLIVE ......." userId="631da75d9a1317c3" providerId="LiveId" clId="{D4C4C09C-1926-4D6D-A2BA-4321D9075721}" dt="2025-11-27T04:49:03.299" v="136" actId="403"/>
          <ac:spMkLst>
            <pc:docMk/>
            <pc:sldMk cId="3179205303" sldId="267"/>
            <ac:spMk id="2" creationId="{82AE6069-325A-4410-9A2C-4B3AFEF6DF42}"/>
          </ac:spMkLst>
        </pc:spChg>
        <pc:spChg chg="del mod">
          <ac:chgData name="PISLIVE ......." userId="631da75d9a1317c3" providerId="LiveId" clId="{D4C4C09C-1926-4D6D-A2BA-4321D9075721}" dt="2025-11-27T04:45:16.146" v="115" actId="478"/>
          <ac:spMkLst>
            <pc:docMk/>
            <pc:sldMk cId="3179205303" sldId="267"/>
            <ac:spMk id="3" creationId="{552518C0-831F-467A-9CE7-3D8879EB1DE3}"/>
          </ac:spMkLst>
        </pc:spChg>
      </pc:sldChg>
      <pc:sldChg chg="new del setBg">
        <pc:chgData name="PISLIVE ......." userId="631da75d9a1317c3" providerId="LiveId" clId="{D4C4C09C-1926-4D6D-A2BA-4321D9075721}" dt="2025-11-27T05:23:50.816" v="759" actId="47"/>
        <pc:sldMkLst>
          <pc:docMk/>
          <pc:sldMk cId="869579469" sldId="268"/>
        </pc:sldMkLst>
      </pc:sldChg>
      <pc:sldChg chg="addSp delSp modSp new mod">
        <pc:chgData name="PISLIVE ......." userId="631da75d9a1317c3" providerId="LiveId" clId="{D4C4C09C-1926-4D6D-A2BA-4321D9075721}" dt="2025-11-30T11:53:55.627" v="853" actId="14100"/>
        <pc:sldMkLst>
          <pc:docMk/>
          <pc:sldMk cId="4171550510" sldId="268"/>
        </pc:sldMkLst>
        <pc:spChg chg="del">
          <ac:chgData name="PISLIVE ......." userId="631da75d9a1317c3" providerId="LiveId" clId="{D4C4C09C-1926-4D6D-A2BA-4321D9075721}" dt="2025-11-30T11:43:08.858" v="787" actId="478"/>
          <ac:spMkLst>
            <pc:docMk/>
            <pc:sldMk cId="4171550510" sldId="268"/>
            <ac:spMk id="2" creationId="{D40FF878-B4E4-4769-9B63-DA3F94E27190}"/>
          </ac:spMkLst>
        </pc:spChg>
        <pc:spChg chg="del">
          <ac:chgData name="PISLIVE ......." userId="631da75d9a1317c3" providerId="LiveId" clId="{D4C4C09C-1926-4D6D-A2BA-4321D9075721}" dt="2025-11-30T11:43:30.075" v="788"/>
          <ac:spMkLst>
            <pc:docMk/>
            <pc:sldMk cId="4171550510" sldId="268"/>
            <ac:spMk id="3" creationId="{53816A2D-701F-489A-8C77-E87AE67BDDD1}"/>
          </ac:spMkLst>
        </pc:spChg>
        <pc:picChg chg="add mod">
          <ac:chgData name="PISLIVE ......." userId="631da75d9a1317c3" providerId="LiveId" clId="{D4C4C09C-1926-4D6D-A2BA-4321D9075721}" dt="2025-11-30T11:53:55.627" v="853" actId="14100"/>
          <ac:picMkLst>
            <pc:docMk/>
            <pc:sldMk cId="4171550510" sldId="268"/>
            <ac:picMk id="4" creationId="{B0FB88A5-0CEE-4D85-9EE3-4712B5B757DC}"/>
          </ac:picMkLst>
        </pc:picChg>
      </pc:sldChg>
      <pc:sldChg chg="addSp delSp modSp new mod">
        <pc:chgData name="PISLIVE ......." userId="631da75d9a1317c3" providerId="LiveId" clId="{D4C4C09C-1926-4D6D-A2BA-4321D9075721}" dt="2025-11-30T11:53:11.837" v="846" actId="14100"/>
        <pc:sldMkLst>
          <pc:docMk/>
          <pc:sldMk cId="3451266122" sldId="269"/>
        </pc:sldMkLst>
        <pc:spChg chg="del">
          <ac:chgData name="PISLIVE ......." userId="631da75d9a1317c3" providerId="LiveId" clId="{D4C4C09C-1926-4D6D-A2BA-4321D9075721}" dt="2025-11-30T11:46:22.583" v="809" actId="478"/>
          <ac:spMkLst>
            <pc:docMk/>
            <pc:sldMk cId="3451266122" sldId="269"/>
            <ac:spMk id="2" creationId="{18FF37A9-0D90-44D1-994C-F2DA12B00950}"/>
          </ac:spMkLst>
        </pc:spChg>
        <pc:spChg chg="del">
          <ac:chgData name="PISLIVE ......." userId="631da75d9a1317c3" providerId="LiveId" clId="{D4C4C09C-1926-4D6D-A2BA-4321D9075721}" dt="2025-11-30T11:46:23.734" v="810" actId="478"/>
          <ac:spMkLst>
            <pc:docMk/>
            <pc:sldMk cId="3451266122" sldId="269"/>
            <ac:spMk id="3" creationId="{C423FCA3-4CAB-44CD-87B7-54DE6195FCA8}"/>
          </ac:spMkLst>
        </pc:spChg>
        <pc:picChg chg="add mod">
          <ac:chgData name="PISLIVE ......." userId="631da75d9a1317c3" providerId="LiveId" clId="{D4C4C09C-1926-4D6D-A2BA-4321D9075721}" dt="2025-11-30T11:53:11.837" v="846" actId="14100"/>
          <ac:picMkLst>
            <pc:docMk/>
            <pc:sldMk cId="3451266122" sldId="269"/>
            <ac:picMk id="4" creationId="{97C67090-16F9-4C09-8327-6A82756E8515}"/>
          </ac:picMkLst>
        </pc:picChg>
      </pc:sldChg>
      <pc:sldChg chg="addSp delSp modSp new mod">
        <pc:chgData name="PISLIVE ......." userId="631da75d9a1317c3" providerId="LiveId" clId="{D4C4C09C-1926-4D6D-A2BA-4321D9075721}" dt="2025-11-30T11:53:39.565" v="850" actId="14100"/>
        <pc:sldMkLst>
          <pc:docMk/>
          <pc:sldMk cId="1191909920" sldId="270"/>
        </pc:sldMkLst>
        <pc:spChg chg="del">
          <ac:chgData name="PISLIVE ......." userId="631da75d9a1317c3" providerId="LiveId" clId="{D4C4C09C-1926-4D6D-A2BA-4321D9075721}" dt="2025-11-30T11:43:52.779" v="791" actId="478"/>
          <ac:spMkLst>
            <pc:docMk/>
            <pc:sldMk cId="1191909920" sldId="270"/>
            <ac:spMk id="2" creationId="{BD850934-F7A8-4C97-9BD0-6DEAAB1EE44B}"/>
          </ac:spMkLst>
        </pc:spChg>
        <pc:spChg chg="del">
          <ac:chgData name="PISLIVE ......." userId="631da75d9a1317c3" providerId="LiveId" clId="{D4C4C09C-1926-4D6D-A2BA-4321D9075721}" dt="2025-11-30T11:43:54.896" v="792"/>
          <ac:spMkLst>
            <pc:docMk/>
            <pc:sldMk cId="1191909920" sldId="270"/>
            <ac:spMk id="3" creationId="{FE30D116-47CA-4AB7-90B5-3F68B694D692}"/>
          </ac:spMkLst>
        </pc:spChg>
        <pc:spChg chg="del mod">
          <ac:chgData name="PISLIVE ......." userId="631da75d9a1317c3" providerId="LiveId" clId="{D4C4C09C-1926-4D6D-A2BA-4321D9075721}" dt="2025-11-30T11:45:01.092" v="801" actId="478"/>
          <ac:spMkLst>
            <pc:docMk/>
            <pc:sldMk cId="1191909920" sldId="270"/>
            <ac:spMk id="4" creationId="{F3A02675-1C74-41AD-959A-71E967751BB3}"/>
          </ac:spMkLst>
        </pc:spChg>
        <pc:spChg chg="add del mod">
          <ac:chgData name="PISLIVE ......." userId="631da75d9a1317c3" providerId="LiveId" clId="{D4C4C09C-1926-4D6D-A2BA-4321D9075721}" dt="2025-11-30T11:46:12.450" v="807" actId="478"/>
          <ac:spMkLst>
            <pc:docMk/>
            <pc:sldMk cId="1191909920" sldId="270"/>
            <ac:spMk id="7" creationId="{F408B134-D8E5-402F-9B5A-18F8ED40A405}"/>
          </ac:spMkLst>
        </pc:spChg>
        <pc:picChg chg="add del mod">
          <ac:chgData name="PISLIVE ......." userId="631da75d9a1317c3" providerId="LiveId" clId="{D4C4C09C-1926-4D6D-A2BA-4321D9075721}" dt="2025-11-30T11:46:05.178" v="806" actId="478"/>
          <ac:picMkLst>
            <pc:docMk/>
            <pc:sldMk cId="1191909920" sldId="270"/>
            <ac:picMk id="5" creationId="{DACDAC82-1700-488B-A9B2-AE34C0B49CB8}"/>
          </ac:picMkLst>
        </pc:picChg>
        <pc:picChg chg="add mod">
          <ac:chgData name="PISLIVE ......." userId="631da75d9a1317c3" providerId="LiveId" clId="{D4C4C09C-1926-4D6D-A2BA-4321D9075721}" dt="2025-11-30T11:53:39.565" v="850" actId="14100"/>
          <ac:picMkLst>
            <pc:docMk/>
            <pc:sldMk cId="1191909920" sldId="270"/>
            <ac:picMk id="8" creationId="{6F64E3DA-048D-4421-8053-62776275E451}"/>
          </ac:picMkLst>
        </pc:picChg>
      </pc:sldChg>
      <pc:sldChg chg="addSp delSp modSp new mod">
        <pc:chgData name="PISLIVE ......." userId="631da75d9a1317c3" providerId="LiveId" clId="{D4C4C09C-1926-4D6D-A2BA-4321D9075721}" dt="2025-11-30T11:52:54.931" v="843" actId="14100"/>
        <pc:sldMkLst>
          <pc:docMk/>
          <pc:sldMk cId="1883700541" sldId="271"/>
        </pc:sldMkLst>
        <pc:spChg chg="del">
          <ac:chgData name="PISLIVE ......." userId="631da75d9a1317c3" providerId="LiveId" clId="{D4C4C09C-1926-4D6D-A2BA-4321D9075721}" dt="2025-11-30T11:48:37.037" v="814" actId="478"/>
          <ac:spMkLst>
            <pc:docMk/>
            <pc:sldMk cId="1883700541" sldId="271"/>
            <ac:spMk id="2" creationId="{048E7433-8623-4746-B0FE-5F6FD85229EF}"/>
          </ac:spMkLst>
        </pc:spChg>
        <pc:spChg chg="del">
          <ac:chgData name="PISLIVE ......." userId="631da75d9a1317c3" providerId="LiveId" clId="{D4C4C09C-1926-4D6D-A2BA-4321D9075721}" dt="2025-11-30T11:48:37.774" v="815" actId="478"/>
          <ac:spMkLst>
            <pc:docMk/>
            <pc:sldMk cId="1883700541" sldId="271"/>
            <ac:spMk id="3" creationId="{B6CC2063-95C6-48DE-91B9-3B495B32D6B8}"/>
          </ac:spMkLst>
        </pc:spChg>
        <pc:picChg chg="add mod">
          <ac:chgData name="PISLIVE ......." userId="631da75d9a1317c3" providerId="LiveId" clId="{D4C4C09C-1926-4D6D-A2BA-4321D9075721}" dt="2025-11-30T11:52:54.931" v="843" actId="14100"/>
          <ac:picMkLst>
            <pc:docMk/>
            <pc:sldMk cId="1883700541" sldId="271"/>
            <ac:picMk id="4" creationId="{B16C5F18-DD4A-480C-9873-83935AA7E8E3}"/>
          </ac:picMkLst>
        </pc:picChg>
      </pc:sldChg>
      <pc:sldChg chg="addSp delSp modSp new mod">
        <pc:chgData name="PISLIVE ......." userId="631da75d9a1317c3" providerId="LiveId" clId="{D4C4C09C-1926-4D6D-A2BA-4321D9075721}" dt="2025-11-30T11:51:18.717" v="840" actId="14100"/>
        <pc:sldMkLst>
          <pc:docMk/>
          <pc:sldMk cId="197288859" sldId="272"/>
        </pc:sldMkLst>
        <pc:spChg chg="del">
          <ac:chgData name="PISLIVE ......." userId="631da75d9a1317c3" providerId="LiveId" clId="{D4C4C09C-1926-4D6D-A2BA-4321D9075721}" dt="2025-11-30T11:48:45.955" v="818" actId="478"/>
          <ac:spMkLst>
            <pc:docMk/>
            <pc:sldMk cId="197288859" sldId="272"/>
            <ac:spMk id="2" creationId="{01E5BF53-9C3C-4274-847A-089DCF014B54}"/>
          </ac:spMkLst>
        </pc:spChg>
        <pc:spChg chg="del mod">
          <ac:chgData name="PISLIVE ......." userId="631da75d9a1317c3" providerId="LiveId" clId="{D4C4C09C-1926-4D6D-A2BA-4321D9075721}" dt="2025-11-30T11:48:50.379" v="819" actId="478"/>
          <ac:spMkLst>
            <pc:docMk/>
            <pc:sldMk cId="197288859" sldId="272"/>
            <ac:spMk id="3" creationId="{434EE0D8-46C4-45EB-9792-5E23F77E3859}"/>
          </ac:spMkLst>
        </pc:spChg>
        <pc:picChg chg="add mod">
          <ac:chgData name="PISLIVE ......." userId="631da75d9a1317c3" providerId="LiveId" clId="{D4C4C09C-1926-4D6D-A2BA-4321D9075721}" dt="2025-11-30T11:51:18.717" v="840" actId="14100"/>
          <ac:picMkLst>
            <pc:docMk/>
            <pc:sldMk cId="197288859" sldId="272"/>
            <ac:picMk id="4" creationId="{CDBF2C1A-EF27-4C9F-A43B-418DBDD3A76E}"/>
          </ac:picMkLst>
        </pc:picChg>
      </pc:sldChg>
      <pc:sldChg chg="addSp delSp modSp new mod">
        <pc:chgData name="PISLIVE ......." userId="631da75d9a1317c3" providerId="LiveId" clId="{D4C4C09C-1926-4D6D-A2BA-4321D9075721}" dt="2025-11-30T11:50:58.755" v="833" actId="14100"/>
        <pc:sldMkLst>
          <pc:docMk/>
          <pc:sldMk cId="3493972174" sldId="273"/>
        </pc:sldMkLst>
        <pc:spChg chg="del">
          <ac:chgData name="PISLIVE ......." userId="631da75d9a1317c3" providerId="LiveId" clId="{D4C4C09C-1926-4D6D-A2BA-4321D9075721}" dt="2025-11-30T11:50:11.355" v="829" actId="478"/>
          <ac:spMkLst>
            <pc:docMk/>
            <pc:sldMk cId="3493972174" sldId="273"/>
            <ac:spMk id="2" creationId="{FCFDE003-8C4A-4E06-B792-7D977DAC8B31}"/>
          </ac:spMkLst>
        </pc:spChg>
        <pc:spChg chg="del">
          <ac:chgData name="PISLIVE ......." userId="631da75d9a1317c3" providerId="LiveId" clId="{D4C4C09C-1926-4D6D-A2BA-4321D9075721}" dt="2025-11-30T11:50:12.500" v="830" actId="478"/>
          <ac:spMkLst>
            <pc:docMk/>
            <pc:sldMk cId="3493972174" sldId="273"/>
            <ac:spMk id="3" creationId="{1DEBE280-8094-4648-8094-3ED0A00DEC40}"/>
          </ac:spMkLst>
        </pc:spChg>
        <pc:picChg chg="add mod">
          <ac:chgData name="PISLIVE ......." userId="631da75d9a1317c3" providerId="LiveId" clId="{D4C4C09C-1926-4D6D-A2BA-4321D9075721}" dt="2025-11-30T11:50:58.755" v="833" actId="14100"/>
          <ac:picMkLst>
            <pc:docMk/>
            <pc:sldMk cId="3493972174" sldId="273"/>
            <ac:picMk id="4" creationId="{C3C573E1-5BB5-4EE4-ABF6-DFA099441E0E}"/>
          </ac:picMkLst>
        </pc:picChg>
      </pc:sldChg>
      <pc:sldChg chg="addSp delSp modSp new mod ord">
        <pc:chgData name="PISLIVE ......." userId="631da75d9a1317c3" providerId="LiveId" clId="{D4C4C09C-1926-4D6D-A2BA-4321D9075721}" dt="2025-11-30T11:51:07.334" v="836" actId="14100"/>
        <pc:sldMkLst>
          <pc:docMk/>
          <pc:sldMk cId="2198818181" sldId="274"/>
        </pc:sldMkLst>
        <pc:spChg chg="del">
          <ac:chgData name="PISLIVE ......." userId="631da75d9a1317c3" providerId="LiveId" clId="{D4C4C09C-1926-4D6D-A2BA-4321D9075721}" dt="2025-11-30T11:49:14.376" v="823" actId="478"/>
          <ac:spMkLst>
            <pc:docMk/>
            <pc:sldMk cId="2198818181" sldId="274"/>
            <ac:spMk id="2" creationId="{893927DB-54A0-4674-987F-509A01A97A1F}"/>
          </ac:spMkLst>
        </pc:spChg>
        <pc:spChg chg="del mod">
          <ac:chgData name="PISLIVE ......." userId="631da75d9a1317c3" providerId="LiveId" clId="{D4C4C09C-1926-4D6D-A2BA-4321D9075721}" dt="2025-11-30T11:49:17.321" v="825" actId="478"/>
          <ac:spMkLst>
            <pc:docMk/>
            <pc:sldMk cId="2198818181" sldId="274"/>
            <ac:spMk id="3" creationId="{C43CD3C0-CD72-4260-9E74-190CD290970D}"/>
          </ac:spMkLst>
        </pc:spChg>
        <pc:picChg chg="add mod">
          <ac:chgData name="PISLIVE ......." userId="631da75d9a1317c3" providerId="LiveId" clId="{D4C4C09C-1926-4D6D-A2BA-4321D9075721}" dt="2025-11-30T11:51:07.334" v="836" actId="14100"/>
          <ac:picMkLst>
            <pc:docMk/>
            <pc:sldMk cId="2198818181" sldId="274"/>
            <ac:picMk id="4" creationId="{B9B45057-8BCB-41F7-8641-0AFEB1857A58}"/>
          </ac:picMkLst>
        </pc:picChg>
      </pc:sldChg>
      <pc:sldMasterChg chg="setBg modSldLayout">
        <pc:chgData name="PISLIVE ......." userId="631da75d9a1317c3" providerId="LiveId" clId="{D4C4C09C-1926-4D6D-A2BA-4321D9075721}" dt="2025-11-27T04:39:04.479" v="43"/>
        <pc:sldMasterMkLst>
          <pc:docMk/>
          <pc:sldMasterMk cId="2627794659" sldId="2147483648"/>
        </pc:sldMasterMkLst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3253921760" sldId="2147483649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585264839" sldId="2147483650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3958770384" sldId="2147483651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3586758403" sldId="2147483652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2668372327" sldId="2147483653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300559529" sldId="2147483654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2196363801" sldId="2147483655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3448303554" sldId="2147483656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4124244972" sldId="2147483657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1267875617" sldId="2147483658"/>
          </pc:sldLayoutMkLst>
        </pc:sldLayoutChg>
        <pc:sldLayoutChg chg="setBg">
          <pc:chgData name="PISLIVE ......." userId="631da75d9a1317c3" providerId="LiveId" clId="{D4C4C09C-1926-4D6D-A2BA-4321D9075721}" dt="2025-11-27T04:39:04.479" v="43"/>
          <pc:sldLayoutMkLst>
            <pc:docMk/>
            <pc:sldMasterMk cId="2627794659" sldId="2147483648"/>
            <pc:sldLayoutMk cId="3372466177" sldId="2147483659"/>
          </pc:sldLayoutMkLst>
        </pc:sldLayoutChg>
      </pc:sldMasterChg>
      <pc:sldMasterChg chg="setBg modSldLayout">
        <pc:chgData name="PISLIVE ......." userId="631da75d9a1317c3" providerId="LiveId" clId="{D4C4C09C-1926-4D6D-A2BA-4321D9075721}" dt="2025-11-27T05:14:01.762" v="631"/>
        <pc:sldMasterMkLst>
          <pc:docMk/>
          <pc:sldMasterMk cId="4151922107" sldId="2147483660"/>
        </pc:sldMasterMkLst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2858806000" sldId="2147483661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892566935" sldId="2147483662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3925785294" sldId="2147483663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3715178060" sldId="2147483664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2757695837" sldId="2147483665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1129733019" sldId="2147483666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2838014389" sldId="2147483667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3797195370" sldId="2147483668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2873278325" sldId="2147483669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848806450" sldId="2147483670"/>
          </pc:sldLayoutMkLst>
        </pc:sldLayoutChg>
        <pc:sldLayoutChg chg="setBg">
          <pc:chgData name="PISLIVE ......." userId="631da75d9a1317c3" providerId="LiveId" clId="{D4C4C09C-1926-4D6D-A2BA-4321D9075721}" dt="2025-11-27T05:14:01.762" v="631"/>
          <pc:sldLayoutMkLst>
            <pc:docMk/>
            <pc:sldMasterMk cId="4151922107" sldId="2147483660"/>
            <pc:sldLayoutMk cId="1090405890" sldId="21474836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1930D7-081F-440D-AF3D-D71E3291315B}" type="doc">
      <dgm:prSet loTypeId="urn:microsoft.com/office/officeart/2005/8/layout/lProcess3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75337-521F-4B40-AFC0-5AEDAF0A9754}">
      <dgm:prSet/>
      <dgm:spPr/>
      <dgm:t>
        <a:bodyPr/>
        <a:lstStyle/>
        <a:p>
          <a:r>
            <a:rPr lang="en-US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Innovation Sprint 2025 (Capstone Project)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223E888C-FAD4-4E0A-957E-511A4879316C}" type="parTrans" cxnId="{44969E14-9C96-4B69-BC40-2628C4FF5DCD}">
      <dgm:prSet/>
      <dgm:spPr/>
      <dgm:t>
        <a:bodyPr/>
        <a:lstStyle/>
        <a:p>
          <a:endParaRPr lang="en-US"/>
        </a:p>
      </dgm:t>
    </dgm:pt>
    <dgm:pt modelId="{ECD7773B-DA3F-47EE-8258-83A386933273}" type="sibTrans" cxnId="{44969E14-9C96-4B69-BC40-2628C4FF5DCD}">
      <dgm:prSet/>
      <dgm:spPr/>
      <dgm:t>
        <a:bodyPr/>
        <a:lstStyle/>
        <a:p>
          <a:endParaRPr lang="en-US"/>
        </a:p>
      </dgm:t>
    </dgm:pt>
    <dgm:pt modelId="{7343E89D-7910-42E8-B432-49B455D1B3B9}" type="pres">
      <dgm:prSet presAssocID="{DB1930D7-081F-440D-AF3D-D71E3291315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34FA918-4DF7-496D-AE07-12934EDF285D}" type="pres">
      <dgm:prSet presAssocID="{BB075337-521F-4B40-AFC0-5AEDAF0A9754}" presName="horFlow" presStyleCnt="0"/>
      <dgm:spPr/>
    </dgm:pt>
    <dgm:pt modelId="{1487580E-D386-46DD-8179-C5E93CE69034}" type="pres">
      <dgm:prSet presAssocID="{BB075337-521F-4B40-AFC0-5AEDAF0A9754}" presName="bigChev" presStyleLbl="node1" presStyleIdx="0" presStyleCnt="1" custScaleX="185934"/>
      <dgm:spPr/>
    </dgm:pt>
  </dgm:ptLst>
  <dgm:cxnLst>
    <dgm:cxn modelId="{44969E14-9C96-4B69-BC40-2628C4FF5DCD}" srcId="{DB1930D7-081F-440D-AF3D-D71E3291315B}" destId="{BB075337-521F-4B40-AFC0-5AEDAF0A9754}" srcOrd="0" destOrd="0" parTransId="{223E888C-FAD4-4E0A-957E-511A4879316C}" sibTransId="{ECD7773B-DA3F-47EE-8258-83A386933273}"/>
    <dgm:cxn modelId="{8C549723-DA11-4398-9F8D-165072D4AFF5}" type="presOf" srcId="{BB075337-521F-4B40-AFC0-5AEDAF0A9754}" destId="{1487580E-D386-46DD-8179-C5E93CE69034}" srcOrd="0" destOrd="0" presId="urn:microsoft.com/office/officeart/2005/8/layout/lProcess3"/>
    <dgm:cxn modelId="{32B215AA-EDCF-4C57-B351-53411D77B12D}" type="presOf" srcId="{DB1930D7-081F-440D-AF3D-D71E3291315B}" destId="{7343E89D-7910-42E8-B432-49B455D1B3B9}" srcOrd="0" destOrd="0" presId="urn:microsoft.com/office/officeart/2005/8/layout/lProcess3"/>
    <dgm:cxn modelId="{063F8E39-8568-446D-937B-599882BB72A3}" type="presParOf" srcId="{7343E89D-7910-42E8-B432-49B455D1B3B9}" destId="{234FA918-4DF7-496D-AE07-12934EDF285D}" srcOrd="0" destOrd="0" presId="urn:microsoft.com/office/officeart/2005/8/layout/lProcess3"/>
    <dgm:cxn modelId="{117A6743-C8DB-4B93-B76A-16F2C83C147B}" type="presParOf" srcId="{234FA918-4DF7-496D-AE07-12934EDF285D}" destId="{1487580E-D386-46DD-8179-C5E93CE6903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7580E-D386-46DD-8179-C5E93CE69034}">
      <dsp:nvSpPr>
        <dsp:cNvPr id="0" name=""/>
        <dsp:cNvSpPr/>
      </dsp:nvSpPr>
      <dsp:spPr>
        <a:xfrm>
          <a:off x="2845" y="140897"/>
          <a:ext cx="4269669" cy="9185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Innovation Sprint 2025 (Capstone Project)</a:t>
          </a: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462112" y="140897"/>
        <a:ext cx="3351135" cy="918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BE323-E6B8-41C8-93F4-4171F727265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65F4D-C90D-4107-93EB-ABDD41277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58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06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6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8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7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9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3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1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95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78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06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0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6000">
              <a:schemeClr val="accent1">
                <a:lumMod val="40000"/>
                <a:lumOff val="6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08975-7CEA-4E65-9FE2-B748EBC8097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D24D4-AC25-4952-BAE9-AD91A7BF3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2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4.png"/><Relationship Id="rId10" Type="http://schemas.openxmlformats.org/officeDocument/2006/relationships/diagramLayout" Target="../diagrams/layout1.xml"/><Relationship Id="rId4" Type="http://schemas.openxmlformats.org/officeDocument/2006/relationships/image" Target="../media/image3.png"/><Relationship Id="rId9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D397670-6738-4F9C-A66A-FACC402C4C0E}"/>
              </a:ext>
            </a:extLst>
          </p:cNvPr>
          <p:cNvGrpSpPr/>
          <p:nvPr/>
        </p:nvGrpSpPr>
        <p:grpSpPr>
          <a:xfrm>
            <a:off x="5967166" y="492356"/>
            <a:ext cx="6162637" cy="5915048"/>
            <a:chOff x="2281817" y="760267"/>
            <a:chExt cx="5981180" cy="5657157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43ADC96A-17F7-496E-9F9F-8FBE3B6AA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5882" y="1700471"/>
              <a:ext cx="3801168" cy="3718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11C335CC-222C-4A41-91EC-EAC2AC23F1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1817" y="760267"/>
              <a:ext cx="5981180" cy="56571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>
            <a:extLst>
              <a:ext uri="{FF2B5EF4-FFF2-40B4-BE49-F238E27FC236}">
                <a16:creationId xmlns:a16="http://schemas.microsoft.com/office/drawing/2014/main" id="{6A8DE9E8-53DF-4773-9FE2-28E5B0953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026" y="87016"/>
            <a:ext cx="1733610" cy="37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93AF8F-CC4A-43DD-B893-270796862FBD}"/>
              </a:ext>
            </a:extLst>
          </p:cNvPr>
          <p:cNvSpPr txBox="1"/>
          <p:nvPr/>
        </p:nvSpPr>
        <p:spPr>
          <a:xfrm>
            <a:off x="4852724" y="450596"/>
            <a:ext cx="2611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68147" algn="r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3131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  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986815" algn="r" rtl="0">
              <a:spcBef>
                <a:spcPts val="42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31313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Partner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ACD1A9B6-B0AE-42B7-8624-438E7A21E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91" y="93335"/>
            <a:ext cx="942975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4D7E4D5-E5E3-42A1-A463-EA05AEA762EA}"/>
              </a:ext>
            </a:extLst>
          </p:cNvPr>
          <p:cNvGrpSpPr/>
          <p:nvPr/>
        </p:nvGrpSpPr>
        <p:grpSpPr>
          <a:xfrm>
            <a:off x="1692484" y="122010"/>
            <a:ext cx="3393155" cy="762000"/>
            <a:chOff x="1692484" y="829021"/>
            <a:chExt cx="3393155" cy="762000"/>
          </a:xfrm>
        </p:grpSpPr>
        <p:pic>
          <p:nvPicPr>
            <p:cNvPr id="2062" name="Picture 14">
              <a:extLst>
                <a:ext uri="{FF2B5EF4-FFF2-40B4-BE49-F238E27FC236}">
                  <a16:creationId xmlns:a16="http://schemas.microsoft.com/office/drawing/2014/main" id="{1277F7B6-BA9B-4B30-BDBD-733B171EFC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2484" y="829021"/>
              <a:ext cx="1038225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4" name="Picture 16">
              <a:extLst>
                <a:ext uri="{FF2B5EF4-FFF2-40B4-BE49-F238E27FC236}">
                  <a16:creationId xmlns:a16="http://schemas.microsoft.com/office/drawing/2014/main" id="{6C48DA09-F31C-4447-BF98-938E9C3586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039" y="829021"/>
              <a:ext cx="2133600" cy="76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FA9585C-0049-4F65-AA37-3A4FF4FD4E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5950079"/>
              </p:ext>
            </p:extLst>
          </p:nvPr>
        </p:nvGraphicFramePr>
        <p:xfrm>
          <a:off x="211799" y="1980518"/>
          <a:ext cx="4275360" cy="1200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30E1EBE-F859-4502-B045-8973DAB48B7B}"/>
              </a:ext>
            </a:extLst>
          </p:cNvPr>
          <p:cNvSpPr txBox="1"/>
          <p:nvPr/>
        </p:nvSpPr>
        <p:spPr>
          <a:xfrm>
            <a:off x="903317" y="4040279"/>
            <a:ext cx="58796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Prince Ch Boro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Dept: BCA 5</a:t>
            </a:r>
            <a:r>
              <a:rPr lang="en-US" sz="2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 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DT: 55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Cohort Mentor: Udipta Das</a:t>
            </a:r>
          </a:p>
        </p:txBody>
      </p:sp>
    </p:spTree>
    <p:extLst>
      <p:ext uri="{BB962C8B-B14F-4D97-AF65-F5344CB8AC3E}">
        <p14:creationId xmlns:p14="http://schemas.microsoft.com/office/powerpoint/2010/main" val="75961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5186-3608-4DF0-BCB0-DA04E9CA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182F-18A0-42C5-B791-8EA64BE4E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KYC: Reduce Drop-Off, Lift Conversion Goal Improve conversion in the digital KYC journey for youth/new-to-bank customers.</a:t>
            </a: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abandonment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rejections.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(faster completion).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 next-step visibility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customers.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re-submissions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multiple attempts.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52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7951-3173-48B2-B541-4272BC501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120" y="324341"/>
            <a:ext cx="9144000" cy="102232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A4F3A-C258-4AEA-85BB-1FB52ED02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2305253"/>
            <a:ext cx="11377352" cy="356353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HDFC Bank has launched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KYC onboarding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5-step journey: Select Document → Scan → Upload → KYC Check → KYC Approval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go-live, there is: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rejection rate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drop-off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process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 (Turnaround Time)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issues</a:t>
            </a:r>
          </a:p>
        </p:txBody>
      </p:sp>
    </p:spTree>
    <p:extLst>
      <p:ext uri="{BB962C8B-B14F-4D97-AF65-F5344CB8AC3E}">
        <p14:creationId xmlns:p14="http://schemas.microsoft.com/office/powerpoint/2010/main" val="295170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F542-A9B1-4967-A1E2-473F41A09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KYC Flow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B41CED-1715-4D00-B6C7-10404ED4BC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650" y="1736229"/>
            <a:ext cx="11124415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orizontal flow: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Document → Scan Document → Upload Document → KYC      Check → KYC Approval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attempts per stage; 4th attempt → auto rejection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 + Aadhaar mandatory for digital onboarding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Passport must have ≥ 6 months validity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57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F850-9C49-40F7-9DF9-23D6C65F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charset="0"/>
                <a:cs typeface="Times New Roman" panose="02020603050405020304" pitchFamily="18" charset="0"/>
              </a:rPr>
              <a:t>Failure Percentage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F48AAC-4E0B-4509-9788-774613E92C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2685533"/>
              </p:ext>
            </p:extLst>
          </p:nvPr>
        </p:nvGraphicFramePr>
        <p:xfrm>
          <a:off x="961533" y="2187018"/>
          <a:ext cx="9417378" cy="364817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708689">
                  <a:extLst>
                    <a:ext uri="{9D8B030D-6E8A-4147-A177-3AD203B41FA5}">
                      <a16:colId xmlns:a16="http://schemas.microsoft.com/office/drawing/2014/main" val="1661376445"/>
                    </a:ext>
                  </a:extLst>
                </a:gridCol>
                <a:gridCol w="4708689">
                  <a:extLst>
                    <a:ext uri="{9D8B030D-6E8A-4147-A177-3AD203B41FA5}">
                      <a16:colId xmlns:a16="http://schemas.microsoft.com/office/drawing/2014/main" val="3053758450"/>
                    </a:ext>
                  </a:extLst>
                </a:gridCol>
              </a:tblGrid>
              <a:tr h="608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 Percentage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2018341"/>
                  </a:ext>
                </a:extLst>
              </a:tr>
              <a:tr h="6080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Document Type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9610756"/>
                  </a:ext>
                </a:extLst>
              </a:tr>
              <a:tr h="6080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Scan Document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1485745"/>
                  </a:ext>
                </a:extLst>
              </a:tr>
              <a:tr h="6080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 Document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3940613"/>
                  </a:ext>
                </a:extLst>
              </a:tr>
              <a:tr h="6080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KYC Check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9900919"/>
                  </a:ext>
                </a:extLst>
              </a:tr>
              <a:tr h="6080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KYC Approval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986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34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E75EF-E1F6-4870-8F0E-7B5CB8AD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Objectives of the Proposed Solution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B3562-BE3A-4AC0-9C9F-D68FCB79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failure at Scan &amp; Upload stages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first-time-right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KYC completion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UX and guidance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or smoother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backend validation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Clear, actionable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 messages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Demonstrate solution through a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improved digital KYC flow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08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F69F-FC2E-4D9C-B55B-789AEF50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Proposed Enhancements (Process + UX)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EE85-7598-4730-8B4E-CC23C6FEA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document guidance: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 + Aadhaar mandatory → guide at the start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Passport validity check: must be 6+ months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 scan guidance: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On-screen tips: lighting, alignment, glare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Attempts &amp; progress visibility: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progress bar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3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E68B-227A-4F8B-B02A-1F05392F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Prototype Overview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18F97-15FE-4790-9A60-CBE1EEAF8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Built a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web-based prototype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simulating: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main stages: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Select document types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Scan document (with guidance + validation)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Upload document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Photo + Selfie verification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Attempts tracking per stage (max 3)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 progress bar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User-friendly messages and guidance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3942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3946-673A-4017-8CC2-ECE9278A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  Screenshots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7FF486-FAF7-4628-8B84-283C77C78304}"/>
              </a:ext>
            </a:extLst>
          </p:cNvPr>
          <p:cNvPicPr>
            <a:picLocks noGrp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88962" y="1177124"/>
            <a:ext cx="11014075" cy="479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13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FB88A5-0CEE-4D85-9EE3-4712B5B757D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035" y="404330"/>
            <a:ext cx="10935093" cy="528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50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64E3DA-048D-4421-8053-62776275E4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9047" y="377071"/>
            <a:ext cx="11019934" cy="556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09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C67090-16F9-4C09-8327-6A82756E85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3633" y="395925"/>
            <a:ext cx="11019934" cy="545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66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6C5F18-DD4A-480C-9873-83935AA7E8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6755" y="433633"/>
            <a:ext cx="10539167" cy="532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00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BF2C1A-EF27-4C9F-A43B-418DBDD3A7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5606" y="490194"/>
            <a:ext cx="11151911" cy="556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8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B45057-8BCB-41F7-8641-0AFEB1857A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6834" y="407505"/>
            <a:ext cx="10873409" cy="59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18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C573E1-5BB5-4EE4-ABF6-DFA099441E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8051" y="626165"/>
            <a:ext cx="11330609" cy="54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72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3FCD-5775-41B8-AB12-ECAEECA9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Impact (Before vs After)</a:t>
            </a:r>
            <a:b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85556-8F28-4134-BB7C-CA0D9D53C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6260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Before (Current Failure %):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Doc: 15%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Scan: 35%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Upload: 25%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KYC Check: 15%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KYC Approval: 10%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After (Expected With Proposed Changes – Example):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Doc: 8% (better guidance)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Scan: 15% (real-time instructions, quality checks)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Upload: 10% (clear messages, faster feedback)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KYC Check: 7% (stronger upfront validation)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KYC Approval: 5% (fewer re-submissions)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59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B04D-1EC9-44B9-9923-9EEC457E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Conclusion</a:t>
            </a:r>
            <a:b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A028-7835-48EF-AD53-5D2A6CC4E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Summarize:</a:t>
            </a: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Targeted biggest pain points (Scan + Upload)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user guidance, visibility, and attempts handling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Reduced rejection and drop-off conceptually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KYC experience becomes:</a:t>
            </a: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transparent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 frustrating for the customer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96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6069-325A-4410-9A2C-4B3AFEF6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2" y="2184500"/>
            <a:ext cx="11353800" cy="1765332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79205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1158</TotalTime>
  <Words>473</Words>
  <Application>Microsoft Office PowerPoint</Application>
  <PresentationFormat>Widescreen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Symbol</vt:lpstr>
      <vt:lpstr>Times New Roman</vt:lpstr>
      <vt:lpstr>Office Theme</vt:lpstr>
      <vt:lpstr>PowerPoint Presentation</vt:lpstr>
      <vt:lpstr>Problem Statement</vt:lpstr>
      <vt:lpstr>Problem Context</vt:lpstr>
      <vt:lpstr> Current KYC Flow </vt:lpstr>
      <vt:lpstr>Failure Percentage </vt:lpstr>
      <vt:lpstr>Objectives of the Proposed Solution </vt:lpstr>
      <vt:lpstr>Proposed Enhancements (Process + UX)</vt:lpstr>
      <vt:lpstr>Prototype Overview </vt:lpstr>
      <vt:lpstr>Prototype  Screenshots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Impact (Before vs After) 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KYC for HDFC Bank: Reducing Drop-Offs &amp; Improving Conversion</dc:title>
  <dc:creator>PISLIVE .......</dc:creator>
  <cp:lastModifiedBy>PISLIVE .......</cp:lastModifiedBy>
  <cp:revision>9</cp:revision>
  <dcterms:created xsi:type="dcterms:W3CDTF">2025-11-25T14:24:39Z</dcterms:created>
  <dcterms:modified xsi:type="dcterms:W3CDTF">2025-11-30T11:58:36Z</dcterms:modified>
</cp:coreProperties>
</file>